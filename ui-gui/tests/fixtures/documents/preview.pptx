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Astra 演示预览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第一页：中文布局与本地转换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remains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